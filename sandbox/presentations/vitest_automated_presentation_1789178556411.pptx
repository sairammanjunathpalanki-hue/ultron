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Automated Presentation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of PPTX Generator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ULTRON COMMAND CENTER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Slide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Alpha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8D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Beta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Stark Autonomous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Ultron AI Command Center</dc:creator>
  <cp:lastModifiedBy>Ultron AI Command Center</cp:lastModifiedBy>
  <cp:revision>1</cp:revision>
  <dcterms:created xsi:type="dcterms:W3CDTF">2026-09-12T02:02:36Z</dcterms:created>
  <dcterms:modified xsi:type="dcterms:W3CDTF">2026-09-12T02:02:36Z</dcterms:modified>
</cp:coreProperties>
</file>