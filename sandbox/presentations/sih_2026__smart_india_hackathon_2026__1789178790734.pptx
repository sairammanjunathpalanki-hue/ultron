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2026: SMART INDIA HACKATHON 2026.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Autonomous Systems Intelligence Briefing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ULTRON COMMAND CENTER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Scope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8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Next-generation command &amp; control interface integration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8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Zero-latency edge vision and gesture tracking pipeline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8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non-autonomous confirmation framework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Pillars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8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Holographic WebGL Core telemetry with audio reactive feedback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8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safety permission engine (Safe, Action, High-Impact)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8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Sandboxed local execution and document generation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&amp; Impact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8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hardware acceleration verification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8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safety controls and instantaneous emergency abort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8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operational real document &amp; code synthesis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Stark Autonomous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Ultron AI Command Center</dc:creator>
  <cp:lastModifiedBy>Ultron AI Command Center</cp:lastModifiedBy>
  <cp:revision>1</cp:revision>
  <dcterms:created xsi:type="dcterms:W3CDTF">2026-09-12T02:06:30Z</dcterms:created>
  <dcterms:modified xsi:type="dcterms:W3CDTF">2026-09-12T02:06:30Z</dcterms:modified>
</cp:coreProperties>
</file>